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7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CC7E9-8DEA-46E1-A2BC-D4C30E3C166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EBF44-05F2-4E34-A48F-D52433DDD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251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EBF44-05F2-4E34-A48F-D52433DDD86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49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0F82-E0AC-4AA9-E2E8-A3EF08238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66B26-5EEB-82DF-228C-433039713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71305-38A4-9159-05D4-2A327A0B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6CB5-4093-10E6-1F4F-86F766E6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571A9-25D2-FC9A-5242-9E5A1C2C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44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1BFB-952B-A290-027D-3533C000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A9ADA-A763-FE3C-0E6F-1FB8CBEB5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B624D-B4B1-CCF8-DDA0-3A75DE7C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7EDE1-64E0-E0BE-5B83-6598925A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2EA57-F26D-616C-A651-2BE483CA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95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C3C8-1491-B035-F001-C5A7B0346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9DFBC-5B4F-6334-6242-A9121DBD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9974D-60E5-8B88-795B-B316B52F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C60D5-4E2C-C4D8-8A14-C5FE0632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D9B9-453F-5181-457E-274F0329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6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BA4E-B065-D822-B6C3-5D8FDCE2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6861-A5C6-44EF-FF8D-E30EE011F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EB39E-3ED5-A969-ABC6-3D961D299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4A658-71B3-10A7-80BE-AAA3375C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C21E7-D0A9-7F43-A64A-12CB56C5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20F1C-3616-B85F-3DEE-D75574C6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34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7990-2E06-62D5-A12B-CB4DEF709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DA1AA-58A9-73A0-A99C-385D0D6A6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E0E59-077E-655C-8561-43684B134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E0950-E6A9-C3D1-C598-3080D453E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A12E9-555D-A768-9609-E31AB195C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E67B3-8853-7468-28CA-508644AC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3C69F-F146-2EDB-A0D6-AA6DEB32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E96CE-83D9-F585-2BF9-0C8CE428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377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604D-18D9-4F46-490D-55E2A9D2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63A1AE-4BB3-F879-D07A-87418E19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18782-530D-672E-7E7C-6D207F86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11A7B-1DA0-C1F2-23B0-4E193083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58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42649-BACF-7665-8B4C-8AB9F6CB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22802-510E-9C17-E661-5485C77F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03A91-5A8C-B9E6-3093-2CE62A31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42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1AB9-F2ED-BBE6-B85C-3C0E3ABD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BF21E-A490-A0F7-91EF-9481D6C9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B253F-6974-F453-590C-94D48C36C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80818-FB32-71D2-A3C5-D625C88B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38C79-3A44-32EE-8F25-7813F479C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F56DE-0B14-C3CC-0491-0E754381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8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59299-A459-D982-6150-32D41336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A8D82-7F37-0692-54BF-BA9C50438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B3BD-B7B5-F6A9-E96D-B0C252F9F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31939-A408-E582-E251-FE07BDBE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364C5-276C-36A9-FD25-91A3B588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A0F93-E6D9-E620-D3F0-1E8341A8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32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46F1-77E0-EE50-AD62-1E9DD672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C142B-F169-DBDF-4E93-254651321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83B-2CDE-CC8A-B4AB-0E3347E62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1248-3257-949E-BCFE-4BFD6A7B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B04E-A6A4-CB7D-8523-2751CD69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12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CF469-1125-42BB-9275-DF2D343FA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90B02-0442-A7FC-0703-A2A385DF8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62781-66C6-DBC0-2128-A12252F9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C9BB-0739-D01E-7A8B-C34D0349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23EB0-8DB1-9A06-D72C-FA39301D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65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97675-2983-2C5F-3A4F-84FF5FA44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EC274-7D4E-BEC7-01BC-E73731AD9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88DA9-8242-FD9D-6D3D-4B4E25BB8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880A8-31AA-49DF-BC46-AA26408AFA7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9F374-D78A-0D7E-C392-0EF3815BD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5C4B3-A3AA-C092-F6BA-1AA26CDF4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1282E-DB66-49E3-8F74-82E78BC9D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1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023595-29C6-381E-3EB7-ED8843DD0164}"/>
              </a:ext>
            </a:extLst>
          </p:cNvPr>
          <p:cNvSpPr/>
          <p:nvPr/>
        </p:nvSpPr>
        <p:spPr>
          <a:xfrm>
            <a:off x="768096" y="329184"/>
            <a:ext cx="10753344" cy="51206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Data control</a:t>
            </a:r>
            <a:endParaRPr lang="en-IN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28CDD6-44C3-85A5-A0EB-C9B1C67545AA}"/>
              </a:ext>
            </a:extLst>
          </p:cNvPr>
          <p:cNvSpPr/>
          <p:nvPr/>
        </p:nvSpPr>
        <p:spPr>
          <a:xfrm>
            <a:off x="313944" y="1133856"/>
            <a:ext cx="3712464" cy="2459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7C4AFB-4C7C-5137-3122-6AC2FFE1234B}"/>
              </a:ext>
            </a:extLst>
          </p:cNvPr>
          <p:cNvSpPr/>
          <p:nvPr/>
        </p:nvSpPr>
        <p:spPr>
          <a:xfrm>
            <a:off x="118872" y="4334256"/>
            <a:ext cx="5977128" cy="2331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D03163-13A1-2807-FC77-FF9622547A7D}"/>
              </a:ext>
            </a:extLst>
          </p:cNvPr>
          <p:cNvSpPr/>
          <p:nvPr/>
        </p:nvSpPr>
        <p:spPr>
          <a:xfrm>
            <a:off x="6611112" y="1133856"/>
            <a:ext cx="5266944" cy="5532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1675A5-0DE4-30B7-C5B6-4B29D0D4B4C2}"/>
              </a:ext>
            </a:extLst>
          </p:cNvPr>
          <p:cNvSpPr/>
          <p:nvPr/>
        </p:nvSpPr>
        <p:spPr>
          <a:xfrm>
            <a:off x="4453128" y="1234440"/>
            <a:ext cx="1426464" cy="2331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A73B00-BDB2-CBBE-5072-A28CA0706E4A}"/>
              </a:ext>
            </a:extLst>
          </p:cNvPr>
          <p:cNvCxnSpPr/>
          <p:nvPr/>
        </p:nvCxnSpPr>
        <p:spPr>
          <a:xfrm>
            <a:off x="4453128" y="1892808"/>
            <a:ext cx="142646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00062-81BA-EDE6-1870-5AE50923D777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4453128" y="2400300"/>
            <a:ext cx="14264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8297DF-E8D8-C1B0-AF6E-1C8438B7BD5F}"/>
              </a:ext>
            </a:extLst>
          </p:cNvPr>
          <p:cNvCxnSpPr>
            <a:cxnSpLocks/>
          </p:cNvCxnSpPr>
          <p:nvPr/>
        </p:nvCxnSpPr>
        <p:spPr>
          <a:xfrm>
            <a:off x="4453128" y="2400300"/>
            <a:ext cx="142646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FA5CA9-54DF-ED29-C4BF-6498A63E1344}"/>
              </a:ext>
            </a:extLst>
          </p:cNvPr>
          <p:cNvCxnSpPr/>
          <p:nvPr/>
        </p:nvCxnSpPr>
        <p:spPr>
          <a:xfrm>
            <a:off x="4453128" y="2944368"/>
            <a:ext cx="142646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BF4422-1DDC-8D48-2F9F-9420DEFDFF1B}"/>
              </a:ext>
            </a:extLst>
          </p:cNvPr>
          <p:cNvSpPr/>
          <p:nvPr/>
        </p:nvSpPr>
        <p:spPr>
          <a:xfrm>
            <a:off x="260604" y="3824479"/>
            <a:ext cx="5693664" cy="324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C63865-997C-5BA7-6917-48B3B669CABB}"/>
              </a:ext>
            </a:extLst>
          </p:cNvPr>
          <p:cNvSpPr/>
          <p:nvPr/>
        </p:nvSpPr>
        <p:spPr>
          <a:xfrm>
            <a:off x="7379208" y="1563624"/>
            <a:ext cx="3621024" cy="55778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38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Love</dc:creator>
  <cp:lastModifiedBy>MR Love</cp:lastModifiedBy>
  <cp:revision>1</cp:revision>
  <dcterms:created xsi:type="dcterms:W3CDTF">2025-07-12T15:12:32Z</dcterms:created>
  <dcterms:modified xsi:type="dcterms:W3CDTF">2025-07-12T15:13:21Z</dcterms:modified>
</cp:coreProperties>
</file>